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C796-8351-1556-630F-482B8914F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57317"/>
            <a:ext cx="6811023" cy="1096899"/>
          </a:xfrm>
        </p:spPr>
        <p:txBody>
          <a:bodyPr/>
          <a:lstStyle/>
          <a:p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COLLAGE COMPANION</a:t>
            </a:r>
            <a:endParaRPr lang="en-IN" sz="48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7C802-D562-675C-A01B-1935C817F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4515" y="2576053"/>
            <a:ext cx="5220930" cy="25858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MEMBERS:             .         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                      Roll number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Sumalatha                  2403A51003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Rishitha                      2403A51005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Shreya                        2403A51020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796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BBF5-A34D-5E95-B652-BD83D287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93290"/>
            <a:ext cx="8596668" cy="867971"/>
          </a:xfrm>
        </p:spPr>
        <p:txBody>
          <a:bodyPr/>
          <a:lstStyle/>
          <a:p>
            <a:r>
              <a:rPr lang="en-US" dirty="0"/>
              <a:t>OBJECTIVES: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D9E239-646D-35CE-389F-BB39476E5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261261"/>
            <a:ext cx="866108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To create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simple and user-friendly web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 for college students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manage their daily academic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To allow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record ad view class schedules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, assignments, exams,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 and personal notes in one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To provide a built-in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GPA calculator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 for tracking academic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To 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data persistence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 using browser-based storage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LocalStorage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) without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 requiring a database or backend.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To improve students’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time management and productivity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 by integrating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</a:rPr>
              <a:t>academic information in one accessible platform.</a:t>
            </a:r>
          </a:p>
        </p:txBody>
      </p:sp>
    </p:spTree>
    <p:extLst>
      <p:ext uri="{BB962C8B-B14F-4D97-AF65-F5344CB8AC3E}">
        <p14:creationId xmlns:p14="http://schemas.microsoft.com/office/powerpoint/2010/main" val="3192104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0D58-A007-D692-3EDB-D3605EB0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6981"/>
            <a:ext cx="8596668" cy="747251"/>
          </a:xfrm>
        </p:spPr>
        <p:txBody>
          <a:bodyPr>
            <a:normAutofit/>
          </a:bodyPr>
          <a:lstStyle/>
          <a:p>
            <a:r>
              <a:rPr lang="en-US" dirty="0"/>
              <a:t>STAKEHOLDERS: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788D0F-C5D9-73C1-AA15-3333614EB6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924232"/>
            <a:ext cx="881523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(End Users):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are the main users of the application who use it to manage their academic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activities like schedules, assignments, exams, and notes.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/ Project Team: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are responsible for designing, coding, testing, and maintaining the web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to ensure it works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Faculty Members (Indirect):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may recommend or support the use of the app to help students stay organized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manage their studies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Educational Institutions: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can adopt the system as a productivity tool to enhance student engagement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academic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Supervisor / Evaluator: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evaluate the project’s functionality, design, innovation, and overall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implementation quality for academic assessment.</a:t>
            </a:r>
          </a:p>
        </p:txBody>
      </p:sp>
    </p:spTree>
    <p:extLst>
      <p:ext uri="{BB962C8B-B14F-4D97-AF65-F5344CB8AC3E}">
        <p14:creationId xmlns:p14="http://schemas.microsoft.com/office/powerpoint/2010/main" val="2631256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A05E-AC26-0F1D-6CC0-1AAD37E5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3" y="167149"/>
            <a:ext cx="9087189" cy="52111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PROGRAMMING LANGUAGES, TOOLS,AND SOFTWARE :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423A4-DA7F-BEDA-2147-AAA38FD45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79871"/>
            <a:ext cx="8596668" cy="515210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Programming Languages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Franklin Gothic Book" panose="020B0503020102020204" pitchFamily="34" charset="0"/>
              </a:rPr>
              <a:t>HTML5.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Franklin Gothic Book" panose="020B0503020102020204" pitchFamily="34" charset="0"/>
              </a:rPr>
              <a:t>CSS3.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Franklin Gothic Book" panose="020B0503020102020204" pitchFamily="34" charset="0"/>
              </a:rPr>
              <a:t>JavaScript.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Tools Used: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Franklin Gothic Book" panose="020B0503020102020204" pitchFamily="34" charset="0"/>
                <a:cs typeface="Arial" panose="020B0604020202020204" pitchFamily="34" charset="0"/>
              </a:rPr>
              <a:t>GitHub .</a:t>
            </a:r>
            <a:endParaRPr lang="en-US" sz="1600" dirty="0"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Franklin Gothic Book" panose="020B0503020102020204" pitchFamily="34" charset="0"/>
                <a:cs typeface="Arial" panose="020B0604020202020204" pitchFamily="34" charset="0"/>
              </a:rPr>
              <a:t>Canva / Figma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Franklin Gothic Book" panose="020B0503020102020204" pitchFamily="34" charset="0"/>
                <a:cs typeface="Arial" panose="020B0604020202020204" pitchFamily="34" charset="0"/>
              </a:rPr>
              <a:t>Chatgpt</a:t>
            </a:r>
            <a:r>
              <a:rPr lang="en-US" sz="1600" b="1" dirty="0">
                <a:latin typeface="Franklin Gothic Book" panose="020B05030201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1" dirty="0"/>
              <a:t>Software Used: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Franklin Gothic Book" panose="020B0503020102020204" pitchFamily="34" charset="0"/>
              </a:rPr>
              <a:t>Visual Studio Code (VS Code).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Franklin Gothic Book" panose="020B0503020102020204" pitchFamily="34" charset="0"/>
              </a:rPr>
              <a:t>Web Browser (Google Chrome, Edge, Firefox).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Franklin Gothic Book" panose="020B0503020102020204" pitchFamily="34" charset="0"/>
              </a:rPr>
              <a:t>LocalStorage</a:t>
            </a:r>
            <a:r>
              <a:rPr lang="en-US" sz="1600" b="1" dirty="0">
                <a:latin typeface="Franklin Gothic Book" panose="020B0503020102020204" pitchFamily="34" charset="0"/>
              </a:rPr>
              <a:t> (Browser API).</a:t>
            </a:r>
            <a:br>
              <a:rPr lang="en-US" sz="1600" dirty="0"/>
            </a:br>
            <a:endParaRPr lang="en-IN" sz="1600" dirty="0"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56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6819-6F49-7ECC-7600-85643932B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FRONT-END VIEW OF WEB/MOBILE APPLICATION: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9EB7F3-DFA3-F8EE-628D-3449DC659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183288"/>
            <a:ext cx="8596312" cy="383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1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8DA6-DF62-4425-28FE-A8FFA4FC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2BF2EB-9D63-B866-5ADB-A05EBF016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331" y="1052052"/>
            <a:ext cx="8383375" cy="433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0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0B67-6AC8-737A-EAFF-5D79389B5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EBACC6-B0AD-FA8D-7359-4344326D6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940" y="806246"/>
            <a:ext cx="8282158" cy="509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5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AAAB-2C3E-6EF1-D0FA-680B18A4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2261419"/>
          </a:xfrm>
        </p:spPr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E31DF80-B443-208E-74BD-B2EBE203D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928" y="796412"/>
            <a:ext cx="8728074" cy="481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1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5E5C-A5B2-62AE-5174-0470DC35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6F6F21-1220-508F-B91B-20451AAC7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334" y="727588"/>
            <a:ext cx="8505370" cy="46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0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5A27-9D7D-85B7-0DA4-7C52DB76D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9DE25C-73DD-53E3-0522-FEAF0A63ED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1042220"/>
            <a:ext cx="8596312" cy="418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37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D5AD-E7E8-C881-18A8-BED00B8D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832" y="2281084"/>
            <a:ext cx="6216169" cy="1759974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sz="5400" dirty="0">
                <a:latin typeface="Algerian" panose="04020705040A02060702" pitchFamily="82" charset="0"/>
              </a:rPr>
              <a:t>THANK YOU </a:t>
            </a:r>
            <a:endParaRPr lang="en-IN" sz="5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971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308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Algerian</vt:lpstr>
      <vt:lpstr>Arial</vt:lpstr>
      <vt:lpstr>Bahnschrift</vt:lpstr>
      <vt:lpstr>Franklin Gothic Book</vt:lpstr>
      <vt:lpstr>Gadugi</vt:lpstr>
      <vt:lpstr>Trebuchet MS</vt:lpstr>
      <vt:lpstr>Wingdings</vt:lpstr>
      <vt:lpstr>Wingdings 3</vt:lpstr>
      <vt:lpstr>Facet</vt:lpstr>
      <vt:lpstr>COLLAGE COMPANION</vt:lpstr>
      <vt:lpstr>OBJECTIVES:</vt:lpstr>
      <vt:lpstr>STAKEHOLDERS:</vt:lpstr>
      <vt:lpstr>PROGRAMMING LANGUAGES, TOOLS,AND SOFTWARE :</vt:lpstr>
      <vt:lpstr>FRONT-END VIEW OF WEB/MOBILE APPLICATION:</vt:lpstr>
      <vt:lpstr>.</vt:lpstr>
      <vt:lpstr>.</vt:lpstr>
      <vt:lpstr>.</vt:lpstr>
      <vt:lpstr>.</vt:lpstr>
      <vt:lpstr>.</vt:lpstr>
      <vt:lpstr>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sumalathareddypulugula@gmail.com</dc:creator>
  <cp:lastModifiedBy>sumalathareddypulugula@gmail.com</cp:lastModifiedBy>
  <cp:revision>2</cp:revision>
  <dcterms:created xsi:type="dcterms:W3CDTF">2025-10-09T03:43:28Z</dcterms:created>
  <dcterms:modified xsi:type="dcterms:W3CDTF">2025-11-13T04:00:47Z</dcterms:modified>
</cp:coreProperties>
</file>